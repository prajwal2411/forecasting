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6858000" cy="9144000"/>
  <p:embeddedFontLst>
    <p:embeddedFont>
      <p:font typeface="Roboto"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0" d="100"/>
          <a:sy n="100" d="100"/>
        </p:scale>
        <p:origin x="946" y="365"/>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36518865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6f73a04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6f73a04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64129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gc6f73a04f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gc6f73a04f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2341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c6f73a04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c6f73a04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5674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c6f73a04f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c6f73a04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8712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6f73a04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6f73a04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41963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c6f73a04f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c6f73a04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29373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a07baa529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3a07baa529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42448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c6f73a04f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c6f73a04f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241854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flipH="1">
            <a:off x="8246400" y="4245925"/>
            <a:ext cx="897600" cy="897600"/>
          </a:xfrm>
          <a:prstGeom prst="rtTriangl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8246400" y="4245875"/>
            <a:ext cx="897600" cy="897600"/>
          </a:xfrm>
          <a:prstGeom prst="round1Rect">
            <a:avLst>
              <a:gd name="adj" fmla="val 16667"/>
            </a:avLst>
          </a:prstGeom>
          <a:solidFill>
            <a:schemeClr val="lt1">
              <a:alpha val="6808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3" name="Google Shape;13;p2"/>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a:endParaRPr/>
          </a:p>
        </p:txBody>
      </p:sp>
      <p:sp>
        <p:nvSpPr>
          <p:cNvPr id="14" name="Google Shape;14;p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460950" y="2065350"/>
            <a:ext cx="8222100" cy="10128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7" name="Google Shape;17;p3"/>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4"/>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2" name="Google Shape;22;p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p:nvPr/>
        </p:nvSpPr>
        <p:spPr>
          <a:xfrm rot="10800000" flipH="1">
            <a:off x="0" y="1686000"/>
            <a:ext cx="9144000" cy="3457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5"/>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lvl1pPr lvl="0">
              <a:spcBef>
                <a:spcPts val="0"/>
              </a:spcBef>
              <a:spcAft>
                <a:spcPts val="0"/>
              </a:spcAft>
              <a:buSzPts val="3200"/>
              <a:buNone/>
              <a:defRPr/>
            </a:lvl1pPr>
            <a:lvl2pPr lvl="1">
              <a:spcBef>
                <a:spcPts val="0"/>
              </a:spcBef>
              <a:spcAft>
                <a:spcPts val="0"/>
              </a:spcAft>
              <a:buSzPts val="3200"/>
              <a:buNone/>
              <a:defRPr/>
            </a:lvl2pPr>
            <a:lvl3pPr lvl="2">
              <a:spcBef>
                <a:spcPts val="0"/>
              </a:spcBef>
              <a:spcAft>
                <a:spcPts val="0"/>
              </a:spcAft>
              <a:buSzPts val="3200"/>
              <a:buNone/>
              <a:defRPr/>
            </a:lvl3pPr>
            <a:lvl4pPr lvl="3">
              <a:spcBef>
                <a:spcPts val="0"/>
              </a:spcBef>
              <a:spcAft>
                <a:spcPts val="0"/>
              </a:spcAft>
              <a:buSzPts val="3200"/>
              <a:buNone/>
              <a:defRPr/>
            </a:lvl4pPr>
            <a:lvl5pPr lvl="4">
              <a:spcBef>
                <a:spcPts val="0"/>
              </a:spcBef>
              <a:spcAft>
                <a:spcPts val="0"/>
              </a:spcAft>
              <a:buSzPts val="3200"/>
              <a:buNone/>
              <a:defRPr/>
            </a:lvl5pPr>
            <a:lvl6pPr lvl="5">
              <a:spcBef>
                <a:spcPts val="0"/>
              </a:spcBef>
              <a:spcAft>
                <a:spcPts val="0"/>
              </a:spcAft>
              <a:buSzPts val="3200"/>
              <a:buNone/>
              <a:defRPr/>
            </a:lvl6pPr>
            <a:lvl7pPr lvl="6">
              <a:spcBef>
                <a:spcPts val="0"/>
              </a:spcBef>
              <a:spcAft>
                <a:spcPts val="0"/>
              </a:spcAft>
              <a:buSzPts val="3200"/>
              <a:buNone/>
              <a:defRPr/>
            </a:lvl7pPr>
            <a:lvl8pPr lvl="7">
              <a:spcBef>
                <a:spcPts val="0"/>
              </a:spcBef>
              <a:spcAft>
                <a:spcPts val="0"/>
              </a:spcAft>
              <a:buSzPts val="3200"/>
              <a:buNone/>
              <a:defRPr/>
            </a:lvl8pPr>
            <a:lvl9pPr lvl="8">
              <a:spcBef>
                <a:spcPts val="0"/>
              </a:spcBef>
              <a:spcAft>
                <a:spcPts val="0"/>
              </a:spcAft>
              <a:buSzPts val="3200"/>
              <a:buNone/>
              <a:defRPr/>
            </a:lvl9pPr>
          </a:lstStyle>
          <a:p>
            <a:endParaRPr/>
          </a:p>
        </p:txBody>
      </p:sp>
      <p:sp>
        <p:nvSpPr>
          <p:cNvPr id="28" name="Google Shape;28;p5"/>
          <p:cNvSpPr txBox="1">
            <a:spLocks noGrp="1"/>
          </p:cNvSpPr>
          <p:nvPr>
            <p:ph type="body" idx="1"/>
          </p:nvPr>
        </p:nvSpPr>
        <p:spPr>
          <a:xfrm>
            <a:off x="47190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body" idx="2"/>
          </p:nvPr>
        </p:nvSpPr>
        <p:spPr>
          <a:xfrm>
            <a:off x="4694250" y="1919075"/>
            <a:ext cx="3999900" cy="2710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0" name="Google Shape;30;p5"/>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
        <p:cNvGrpSpPr/>
        <p:nvPr/>
      </p:nvGrpSpPr>
      <p:grpSpPr>
        <a:xfrm>
          <a:off x="0" y="0"/>
          <a:ext cx="0" cy="0"/>
          <a:chOff x="0" y="0"/>
          <a:chExt cx="0" cy="0"/>
        </a:xfrm>
      </p:grpSpPr>
      <p:sp>
        <p:nvSpPr>
          <p:cNvPr id="32" name="Google Shape;32;p6"/>
          <p:cNvSpPr/>
          <p:nvPr/>
        </p:nvSpPr>
        <p:spPr>
          <a:xfrm rot="10800000" flipH="1">
            <a:off x="0" y="656400"/>
            <a:ext cx="9144000" cy="44871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6"/>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6"/>
          <p:cNvSpPr txBox="1">
            <a:spLocks noGrp="1"/>
          </p:cNvSpPr>
          <p:nvPr>
            <p:ph type="title"/>
          </p:nvPr>
        </p:nvSpPr>
        <p:spPr>
          <a:xfrm>
            <a:off x="98250" y="16350"/>
            <a:ext cx="8826600" cy="602700"/>
          </a:xfrm>
          <a:prstGeom prst="rect">
            <a:avLst/>
          </a:prstGeom>
        </p:spPr>
        <p:txBody>
          <a:bodyPr spcFirstLastPara="1" wrap="square" lIns="91425" tIns="91425" rIns="91425" bIns="91425" anchor="ctr" anchorCtr="0">
            <a:noAutofit/>
          </a:bodyPr>
          <a:lstStyle>
            <a:lvl1pPr lvl="0">
              <a:spcBef>
                <a:spcPts val="0"/>
              </a:spcBef>
              <a:spcAft>
                <a:spcPts val="0"/>
              </a:spcAft>
              <a:buSzPts val="1800"/>
              <a:buNone/>
              <a:defRPr sz="1800"/>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5" name="Google Shape;35;p6"/>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7"/>
          <p:cNvSpPr txBox="1"/>
          <p:nvPr/>
        </p:nvSpPr>
        <p:spPr>
          <a:xfrm rot="10800000" flipH="1">
            <a:off x="3276600" y="25"/>
            <a:ext cx="58674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7"/>
          <p:cNvSpPr txBox="1">
            <a:spLocks noGrp="1"/>
          </p:cNvSpPr>
          <p:nvPr>
            <p:ph type="title"/>
          </p:nvPr>
        </p:nvSpPr>
        <p:spPr>
          <a:xfrm>
            <a:off x="226078" y="357800"/>
            <a:ext cx="2808000" cy="9534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226075" y="1465800"/>
            <a:ext cx="2808000" cy="3163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Char char="●"/>
              <a:defRPr sz="1200">
                <a:solidFill>
                  <a:schemeClr val="lt1"/>
                </a:solidFill>
              </a:defRPr>
            </a:lvl1pPr>
            <a:lvl2pPr marL="914400" lvl="1" indent="-304800">
              <a:spcBef>
                <a:spcPts val="1600"/>
              </a:spcBef>
              <a:spcAft>
                <a:spcPts val="0"/>
              </a:spcAft>
              <a:buClr>
                <a:schemeClr val="lt1"/>
              </a:buClr>
              <a:buSzPts val="1200"/>
              <a:buChar char="○"/>
              <a:defRPr sz="1200">
                <a:solidFill>
                  <a:schemeClr val="lt1"/>
                </a:solidFill>
              </a:defRPr>
            </a:lvl2pPr>
            <a:lvl3pPr marL="1371600" lvl="2" indent="-304800">
              <a:spcBef>
                <a:spcPts val="1600"/>
              </a:spcBef>
              <a:spcAft>
                <a:spcPts val="0"/>
              </a:spcAft>
              <a:buClr>
                <a:schemeClr val="lt1"/>
              </a:buClr>
              <a:buSzPts val="1200"/>
              <a:buChar char="■"/>
              <a:defRPr sz="1200">
                <a:solidFill>
                  <a:schemeClr val="lt1"/>
                </a:solidFill>
              </a:defRPr>
            </a:lvl3pPr>
            <a:lvl4pPr marL="1828800" lvl="3" indent="-304800">
              <a:spcBef>
                <a:spcPts val="1600"/>
              </a:spcBef>
              <a:spcAft>
                <a:spcPts val="0"/>
              </a:spcAft>
              <a:buClr>
                <a:schemeClr val="lt1"/>
              </a:buClr>
              <a:buSzPts val="1200"/>
              <a:buChar char="●"/>
              <a:defRPr sz="1200">
                <a:solidFill>
                  <a:schemeClr val="lt1"/>
                </a:solidFill>
              </a:defRPr>
            </a:lvl4pPr>
            <a:lvl5pPr marL="2286000" lvl="4" indent="-304800">
              <a:spcBef>
                <a:spcPts val="1600"/>
              </a:spcBef>
              <a:spcAft>
                <a:spcPts val="0"/>
              </a:spcAft>
              <a:buClr>
                <a:schemeClr val="lt1"/>
              </a:buClr>
              <a:buSzPts val="1200"/>
              <a:buChar char="○"/>
              <a:defRPr sz="1200">
                <a:solidFill>
                  <a:schemeClr val="lt1"/>
                </a:solidFill>
              </a:defRPr>
            </a:lvl5pPr>
            <a:lvl6pPr marL="2743200" lvl="5" indent="-304800">
              <a:spcBef>
                <a:spcPts val="1600"/>
              </a:spcBef>
              <a:spcAft>
                <a:spcPts val="0"/>
              </a:spcAft>
              <a:buClr>
                <a:schemeClr val="lt1"/>
              </a:buClr>
              <a:buSzPts val="1200"/>
              <a:buChar char="■"/>
              <a:defRPr sz="1200">
                <a:solidFill>
                  <a:schemeClr val="lt1"/>
                </a:solidFill>
              </a:defRPr>
            </a:lvl6pPr>
            <a:lvl7pPr marL="3200400" lvl="6" indent="-304800">
              <a:spcBef>
                <a:spcPts val="1600"/>
              </a:spcBef>
              <a:spcAft>
                <a:spcPts val="0"/>
              </a:spcAft>
              <a:buClr>
                <a:schemeClr val="lt1"/>
              </a:buClr>
              <a:buSzPts val="1200"/>
              <a:buChar char="●"/>
              <a:defRPr sz="1200">
                <a:solidFill>
                  <a:schemeClr val="lt1"/>
                </a:solidFill>
              </a:defRPr>
            </a:lvl7pPr>
            <a:lvl8pPr marL="3657600" lvl="7" indent="-304800">
              <a:spcBef>
                <a:spcPts val="1600"/>
              </a:spcBef>
              <a:spcAft>
                <a:spcPts val="0"/>
              </a:spcAft>
              <a:buClr>
                <a:schemeClr val="lt1"/>
              </a:buClr>
              <a:buSzPts val="1200"/>
              <a:buChar char="○"/>
              <a:defRPr sz="1200">
                <a:solidFill>
                  <a:schemeClr val="lt1"/>
                </a:solidFill>
              </a:defRPr>
            </a:lvl8pPr>
            <a:lvl9pPr marL="4114800" lvl="8" indent="-304800">
              <a:spcBef>
                <a:spcPts val="1600"/>
              </a:spcBef>
              <a:spcAft>
                <a:spcPts val="1600"/>
              </a:spcAft>
              <a:buClr>
                <a:schemeClr val="lt1"/>
              </a:buClr>
              <a:buSzPts val="1200"/>
              <a:buChar char="■"/>
              <a:defRPr sz="1200">
                <a:solidFill>
                  <a:schemeClr val="lt1"/>
                </a:solidFill>
              </a:defRPr>
            </a:lvl9pPr>
          </a:lstStyle>
          <a:p>
            <a:endParaRPr/>
          </a:p>
        </p:txBody>
      </p:sp>
      <p:sp>
        <p:nvSpPr>
          <p:cNvPr id="41" name="Google Shape;41;p7"/>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488250"/>
            <a:ext cx="62271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6000"/>
              <a:buNone/>
              <a:defRPr sz="6000"/>
            </a:lvl1pPr>
            <a:lvl2pPr lvl="1">
              <a:spcBef>
                <a:spcPts val="0"/>
              </a:spcBef>
              <a:spcAft>
                <a:spcPts val="0"/>
              </a:spcAft>
              <a:buSzPts val="6000"/>
              <a:buNone/>
              <a:defRPr sz="6000"/>
            </a:lvl2pPr>
            <a:lvl3pPr lvl="2">
              <a:spcBef>
                <a:spcPts val="0"/>
              </a:spcBef>
              <a:spcAft>
                <a:spcPts val="0"/>
              </a:spcAft>
              <a:buSzPts val="6000"/>
              <a:buNone/>
              <a:defRPr sz="6000"/>
            </a:lvl3pPr>
            <a:lvl4pPr lvl="3">
              <a:spcBef>
                <a:spcPts val="0"/>
              </a:spcBef>
              <a:spcAft>
                <a:spcPts val="0"/>
              </a:spcAft>
              <a:buSzPts val="6000"/>
              <a:buNone/>
              <a:defRPr sz="6000"/>
            </a:lvl4pPr>
            <a:lvl5pPr lvl="4">
              <a:spcBef>
                <a:spcPts val="0"/>
              </a:spcBef>
              <a:spcAft>
                <a:spcPts val="0"/>
              </a:spcAft>
              <a:buSzPts val="6000"/>
              <a:buNone/>
              <a:defRPr sz="6000"/>
            </a:lvl5pPr>
            <a:lvl6pPr lvl="5">
              <a:spcBef>
                <a:spcPts val="0"/>
              </a:spcBef>
              <a:spcAft>
                <a:spcPts val="0"/>
              </a:spcAft>
              <a:buSzPts val="6000"/>
              <a:buNone/>
              <a:defRPr sz="6000"/>
            </a:lvl6pPr>
            <a:lvl7pPr lvl="6">
              <a:spcBef>
                <a:spcPts val="0"/>
              </a:spcBef>
              <a:spcAft>
                <a:spcPts val="0"/>
              </a:spcAft>
              <a:buSzPts val="6000"/>
              <a:buNone/>
              <a:defRPr sz="6000"/>
            </a:lvl7pPr>
            <a:lvl8pPr lvl="7">
              <a:spcBef>
                <a:spcPts val="0"/>
              </a:spcBef>
              <a:spcAft>
                <a:spcPts val="0"/>
              </a:spcAft>
              <a:buSzPts val="6000"/>
              <a:buNone/>
              <a:defRPr sz="6000"/>
            </a:lvl8pPr>
            <a:lvl9pPr lvl="8">
              <a:spcBef>
                <a:spcPts val="0"/>
              </a:spcBef>
              <a:spcAft>
                <a:spcPts val="0"/>
              </a:spcAft>
              <a:buSzPts val="6000"/>
              <a:buNone/>
              <a:defRPr sz="6000"/>
            </a:lvl9pPr>
          </a:lstStyle>
          <a:p>
            <a:endParaRPr/>
          </a:p>
        </p:txBody>
      </p:sp>
      <p:sp>
        <p:nvSpPr>
          <p:cNvPr id="44" name="Google Shape;44;p8"/>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flipH="1">
            <a:off x="0" y="0"/>
            <a:ext cx="4572000" cy="51435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9"/>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4200"/>
              <a:buNone/>
              <a:defRPr sz="4200">
                <a:solidFill>
                  <a:schemeClr val="dk2"/>
                </a:solidFill>
              </a:defRPr>
            </a:lvl1pPr>
            <a:lvl2pPr lvl="1" algn="ctr">
              <a:spcBef>
                <a:spcPts val="0"/>
              </a:spcBef>
              <a:spcAft>
                <a:spcPts val="0"/>
              </a:spcAft>
              <a:buClr>
                <a:schemeClr val="dk2"/>
              </a:buClr>
              <a:buSzPts val="4200"/>
              <a:buNone/>
              <a:defRPr sz="4200">
                <a:solidFill>
                  <a:schemeClr val="dk2"/>
                </a:solidFill>
              </a:defRPr>
            </a:lvl2pPr>
            <a:lvl3pPr lvl="2" algn="ctr">
              <a:spcBef>
                <a:spcPts val="0"/>
              </a:spcBef>
              <a:spcAft>
                <a:spcPts val="0"/>
              </a:spcAft>
              <a:buClr>
                <a:schemeClr val="dk2"/>
              </a:buClr>
              <a:buSzPts val="4200"/>
              <a:buNone/>
              <a:defRPr sz="4200">
                <a:solidFill>
                  <a:schemeClr val="dk2"/>
                </a:solidFill>
              </a:defRPr>
            </a:lvl3pPr>
            <a:lvl4pPr lvl="3" algn="ctr">
              <a:spcBef>
                <a:spcPts val="0"/>
              </a:spcBef>
              <a:spcAft>
                <a:spcPts val="0"/>
              </a:spcAft>
              <a:buClr>
                <a:schemeClr val="dk2"/>
              </a:buClr>
              <a:buSzPts val="4200"/>
              <a:buNone/>
              <a:defRPr sz="4200">
                <a:solidFill>
                  <a:schemeClr val="dk2"/>
                </a:solidFill>
              </a:defRPr>
            </a:lvl4pPr>
            <a:lvl5pPr lvl="4" algn="ctr">
              <a:spcBef>
                <a:spcPts val="0"/>
              </a:spcBef>
              <a:spcAft>
                <a:spcPts val="0"/>
              </a:spcAft>
              <a:buClr>
                <a:schemeClr val="dk2"/>
              </a:buClr>
              <a:buSzPts val="4200"/>
              <a:buNone/>
              <a:defRPr sz="4200">
                <a:solidFill>
                  <a:schemeClr val="dk2"/>
                </a:solidFill>
              </a:defRPr>
            </a:lvl5pPr>
            <a:lvl6pPr lvl="5" algn="ctr">
              <a:spcBef>
                <a:spcPts val="0"/>
              </a:spcBef>
              <a:spcAft>
                <a:spcPts val="0"/>
              </a:spcAft>
              <a:buClr>
                <a:schemeClr val="dk2"/>
              </a:buClr>
              <a:buSzPts val="4200"/>
              <a:buNone/>
              <a:defRPr sz="4200">
                <a:solidFill>
                  <a:schemeClr val="dk2"/>
                </a:solidFill>
              </a:defRPr>
            </a:lvl6pPr>
            <a:lvl7pPr lvl="6" algn="ctr">
              <a:spcBef>
                <a:spcPts val="0"/>
              </a:spcBef>
              <a:spcAft>
                <a:spcPts val="0"/>
              </a:spcAft>
              <a:buClr>
                <a:schemeClr val="dk2"/>
              </a:buClr>
              <a:buSzPts val="4200"/>
              <a:buNone/>
              <a:defRPr sz="4200">
                <a:solidFill>
                  <a:schemeClr val="dk2"/>
                </a:solidFill>
              </a:defRPr>
            </a:lvl7pPr>
            <a:lvl8pPr lvl="7" algn="ctr">
              <a:spcBef>
                <a:spcPts val="0"/>
              </a:spcBef>
              <a:spcAft>
                <a:spcPts val="0"/>
              </a:spcAft>
              <a:buClr>
                <a:schemeClr val="dk2"/>
              </a:buClr>
              <a:buSzPts val="4200"/>
              <a:buNone/>
              <a:defRPr sz="4200">
                <a:solidFill>
                  <a:schemeClr val="dk2"/>
                </a:solidFill>
              </a:defRPr>
            </a:lvl8pPr>
            <a:lvl9pPr lvl="8" algn="ctr">
              <a:spcBef>
                <a:spcPts val="0"/>
              </a:spcBef>
              <a:spcAft>
                <a:spcPts val="0"/>
              </a:spcAft>
              <a:buClr>
                <a:schemeClr val="dk2"/>
              </a:buClr>
              <a:buSzPts val="4200"/>
              <a:buNone/>
              <a:defRPr sz="4200">
                <a:solidFill>
                  <a:schemeClr val="dk2"/>
                </a:solidFill>
              </a:defRPr>
            </a:lvl9pPr>
          </a:lstStyle>
          <a:p>
            <a:endParaRPr/>
          </a:p>
        </p:txBody>
      </p:sp>
      <p:sp>
        <p:nvSpPr>
          <p:cNvPr id="49" name="Google Shape;49;p9"/>
          <p:cNvSpPr txBox="1">
            <a:spLocks noGrp="1"/>
          </p:cNvSpPr>
          <p:nvPr>
            <p:ph type="subTitle" idx="1"/>
          </p:nvPr>
        </p:nvSpPr>
        <p:spPr>
          <a:xfrm>
            <a:off x="265500" y="2779467"/>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p:nvPr/>
        </p:nvSpPr>
        <p:spPr>
          <a:xfrm rot="10800000" flipH="1">
            <a:off x="0" y="0"/>
            <a:ext cx="9144000" cy="46959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10"/>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10"/>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lt1"/>
              </a:buClr>
              <a:buSzPts val="1200"/>
              <a:buNone/>
              <a:defRPr sz="1200">
                <a:solidFill>
                  <a:schemeClr val="lt1"/>
                </a:solidFill>
              </a:defRPr>
            </a:lvl1pPr>
          </a:lstStyle>
          <a:p>
            <a:endParaRPr/>
          </a:p>
        </p:txBody>
      </p:sp>
      <p:sp>
        <p:nvSpPr>
          <p:cNvPr id="56" name="Google Shape;56;p10"/>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4"/>
        </a:solidFill>
        <a:effectLst/>
      </p:bgPr>
    </p:bg>
    <p:spTree>
      <p:nvGrpSpPr>
        <p:cNvPr id="1" name="Shape 57"/>
        <p:cNvGrpSpPr/>
        <p:nvPr/>
      </p:nvGrpSpPr>
      <p:grpSpPr>
        <a:xfrm>
          <a:off x="0" y="0"/>
          <a:ext cx="0" cy="0"/>
          <a:chOff x="0" y="0"/>
          <a:chExt cx="0" cy="0"/>
        </a:xfrm>
      </p:grpSpPr>
      <p:sp>
        <p:nvSpPr>
          <p:cNvPr id="58" name="Google Shape;58;p11"/>
          <p:cNvSpPr txBox="1">
            <a:spLocks noGrp="1"/>
          </p:cNvSpPr>
          <p:nvPr>
            <p:ph type="title" hasCustomPrompt="1"/>
          </p:nvPr>
        </p:nvSpPr>
        <p:spPr>
          <a:xfrm>
            <a:off x="475500" y="1258525"/>
            <a:ext cx="8222100" cy="19635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dk2"/>
              </a:buClr>
              <a:buSzPts val="12000"/>
              <a:buNone/>
              <a:defRPr sz="12000">
                <a:solidFill>
                  <a:schemeClr val="dk2"/>
                </a:solidFill>
              </a:defRPr>
            </a:lvl1pPr>
            <a:lvl2pPr lvl="1" algn="ctr">
              <a:spcBef>
                <a:spcPts val="0"/>
              </a:spcBef>
              <a:spcAft>
                <a:spcPts val="0"/>
              </a:spcAft>
              <a:buClr>
                <a:schemeClr val="dk2"/>
              </a:buClr>
              <a:buSzPts val="12000"/>
              <a:buNone/>
              <a:defRPr sz="12000">
                <a:solidFill>
                  <a:schemeClr val="dk2"/>
                </a:solidFill>
              </a:defRPr>
            </a:lvl2pPr>
            <a:lvl3pPr lvl="2" algn="ctr">
              <a:spcBef>
                <a:spcPts val="0"/>
              </a:spcBef>
              <a:spcAft>
                <a:spcPts val="0"/>
              </a:spcAft>
              <a:buClr>
                <a:schemeClr val="dk2"/>
              </a:buClr>
              <a:buSzPts val="12000"/>
              <a:buNone/>
              <a:defRPr sz="12000">
                <a:solidFill>
                  <a:schemeClr val="dk2"/>
                </a:solidFill>
              </a:defRPr>
            </a:lvl3pPr>
            <a:lvl4pPr lvl="3" algn="ctr">
              <a:spcBef>
                <a:spcPts val="0"/>
              </a:spcBef>
              <a:spcAft>
                <a:spcPts val="0"/>
              </a:spcAft>
              <a:buClr>
                <a:schemeClr val="dk2"/>
              </a:buClr>
              <a:buSzPts val="12000"/>
              <a:buNone/>
              <a:defRPr sz="12000">
                <a:solidFill>
                  <a:schemeClr val="dk2"/>
                </a:solidFill>
              </a:defRPr>
            </a:lvl4pPr>
            <a:lvl5pPr lvl="4" algn="ctr">
              <a:spcBef>
                <a:spcPts val="0"/>
              </a:spcBef>
              <a:spcAft>
                <a:spcPts val="0"/>
              </a:spcAft>
              <a:buClr>
                <a:schemeClr val="dk2"/>
              </a:buClr>
              <a:buSzPts val="12000"/>
              <a:buNone/>
              <a:defRPr sz="12000">
                <a:solidFill>
                  <a:schemeClr val="dk2"/>
                </a:solidFill>
              </a:defRPr>
            </a:lvl5pPr>
            <a:lvl6pPr lvl="5" algn="ctr">
              <a:spcBef>
                <a:spcPts val="0"/>
              </a:spcBef>
              <a:spcAft>
                <a:spcPts val="0"/>
              </a:spcAft>
              <a:buClr>
                <a:schemeClr val="dk2"/>
              </a:buClr>
              <a:buSzPts val="12000"/>
              <a:buNone/>
              <a:defRPr sz="12000">
                <a:solidFill>
                  <a:schemeClr val="dk2"/>
                </a:solidFill>
              </a:defRPr>
            </a:lvl6pPr>
            <a:lvl7pPr lvl="6" algn="ctr">
              <a:spcBef>
                <a:spcPts val="0"/>
              </a:spcBef>
              <a:spcAft>
                <a:spcPts val="0"/>
              </a:spcAft>
              <a:buClr>
                <a:schemeClr val="dk2"/>
              </a:buClr>
              <a:buSzPts val="12000"/>
              <a:buNone/>
              <a:defRPr sz="12000">
                <a:solidFill>
                  <a:schemeClr val="dk2"/>
                </a:solidFill>
              </a:defRPr>
            </a:lvl7pPr>
            <a:lvl8pPr lvl="7" algn="ctr">
              <a:spcBef>
                <a:spcPts val="0"/>
              </a:spcBef>
              <a:spcAft>
                <a:spcPts val="0"/>
              </a:spcAft>
              <a:buClr>
                <a:schemeClr val="dk2"/>
              </a:buClr>
              <a:buSzPts val="12000"/>
              <a:buNone/>
              <a:defRPr sz="12000">
                <a:solidFill>
                  <a:schemeClr val="dk2"/>
                </a:solidFill>
              </a:defRPr>
            </a:lvl8pPr>
            <a:lvl9pPr lvl="8" algn="ctr">
              <a:spcBef>
                <a:spcPts val="0"/>
              </a:spcBef>
              <a:spcAft>
                <a:spcPts val="0"/>
              </a:spcAft>
              <a:buClr>
                <a:schemeClr val="dk2"/>
              </a:buClr>
              <a:buSzPts val="12000"/>
              <a:buNone/>
              <a:defRPr sz="12000">
                <a:solidFill>
                  <a:schemeClr val="dk2"/>
                </a:solidFill>
              </a:defRPr>
            </a:lvl9pPr>
          </a:lstStyle>
          <a:p>
            <a:r>
              <a:t>xx%</a:t>
            </a:r>
          </a:p>
        </p:txBody>
      </p:sp>
      <p:sp>
        <p:nvSpPr>
          <p:cNvPr id="59" name="Google Shape;59;p11"/>
          <p:cNvSpPr txBox="1">
            <a:spLocks noGrp="1"/>
          </p:cNvSpPr>
          <p:nvPr>
            <p:ph type="body" idx="1"/>
          </p:nvPr>
        </p:nvSpPr>
        <p:spPr>
          <a:xfrm>
            <a:off x="475500" y="3304625"/>
            <a:ext cx="82221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60" name="Google Shape;60;p11"/>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4"/>
        </a:solidFill>
        <a:effectLst/>
      </p:bgPr>
    </p:bg>
    <p:spTree>
      <p:nvGrpSpPr>
        <p:cNvPr id="1" name="Shape 61"/>
        <p:cNvGrpSpPr/>
        <p:nvPr/>
      </p:nvGrpSpPr>
      <p:grpSpPr>
        <a:xfrm>
          <a:off x="0" y="0"/>
          <a:ext cx="0" cy="0"/>
          <a:chOff x="0" y="0"/>
          <a:chExt cx="0" cy="0"/>
        </a:xfrm>
      </p:grpSpPr>
      <p:sp>
        <p:nvSpPr>
          <p:cNvPr id="62" name="Google Shape;62;p12"/>
          <p:cNvSpPr txBox="1">
            <a:spLocks noGrp="1"/>
          </p:cNvSpPr>
          <p:nvPr>
            <p:ph type="sldNum" idx="12"/>
          </p:nvPr>
        </p:nvSpPr>
        <p:spPr>
          <a:xfrm>
            <a:off x="8523541" y="4695623"/>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terial">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71900" y="738725"/>
            <a:ext cx="8222100" cy="7677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1pPr>
            <a:lvl2pPr lvl="1">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2pPr>
            <a:lvl3pPr lvl="2">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3pPr>
            <a:lvl4pPr lvl="3">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4pPr>
            <a:lvl5pPr lvl="4">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5pPr>
            <a:lvl6pPr lvl="5">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6pPr>
            <a:lvl7pPr lvl="6">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7pPr>
            <a:lvl8pPr lvl="7">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8pPr>
            <a:lvl9pPr lvl="8">
              <a:spcBef>
                <a:spcPts val="0"/>
              </a:spcBef>
              <a:spcAft>
                <a:spcPts val="0"/>
              </a:spcAft>
              <a:buClr>
                <a:schemeClr val="lt1"/>
              </a:buClr>
              <a:buSzPts val="3200"/>
              <a:buFont typeface="Roboto"/>
              <a:buNone/>
              <a:defRPr sz="3200">
                <a:solidFill>
                  <a:schemeClr val="lt1"/>
                </a:solidFill>
                <a:latin typeface="Roboto"/>
                <a:ea typeface="Roboto"/>
                <a:cs typeface="Roboto"/>
                <a:sym typeface="Roboto"/>
              </a:defRPr>
            </a:lvl9pPr>
          </a:lstStyle>
          <a:p>
            <a:endParaRPr/>
          </a:p>
        </p:txBody>
      </p:sp>
      <p:sp>
        <p:nvSpPr>
          <p:cNvPr id="7" name="Google Shape;7;p1"/>
          <p:cNvSpPr txBox="1">
            <a:spLocks noGrp="1"/>
          </p:cNvSpPr>
          <p:nvPr>
            <p:ph type="body" idx="1"/>
          </p:nvPr>
        </p:nvSpPr>
        <p:spPr>
          <a:xfrm>
            <a:off x="471900" y="1919075"/>
            <a:ext cx="8222100" cy="2710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lt2"/>
              </a:buClr>
              <a:buSzPts val="1800"/>
              <a:buFont typeface="Roboto"/>
              <a:buChar char="●"/>
              <a:defRPr sz="1800">
                <a:solidFill>
                  <a:schemeClr val="lt2"/>
                </a:solidFill>
                <a:latin typeface="Roboto"/>
                <a:ea typeface="Roboto"/>
                <a:cs typeface="Roboto"/>
                <a:sym typeface="Roboto"/>
              </a:defRPr>
            </a:lvl1pPr>
            <a:lvl2pPr marL="914400" lvl="1"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2pPr>
            <a:lvl3pPr marL="1371600" lvl="2"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3pPr>
            <a:lvl4pPr marL="1828800" lvl="3"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4pPr>
            <a:lvl5pPr marL="2286000" lvl="4"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5pPr>
            <a:lvl6pPr marL="2743200" lvl="5"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6pPr>
            <a:lvl7pPr marL="3200400" lvl="6"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7pPr>
            <a:lvl8pPr marL="3657600" lvl="7" indent="-317500">
              <a:lnSpc>
                <a:spcPct val="115000"/>
              </a:lnSpc>
              <a:spcBef>
                <a:spcPts val="1600"/>
              </a:spcBef>
              <a:spcAft>
                <a:spcPts val="0"/>
              </a:spcAft>
              <a:buClr>
                <a:schemeClr val="lt2"/>
              </a:buClr>
              <a:buSzPts val="1400"/>
              <a:buFont typeface="Roboto"/>
              <a:buChar char="○"/>
              <a:defRPr>
                <a:solidFill>
                  <a:schemeClr val="lt2"/>
                </a:solidFill>
                <a:latin typeface="Roboto"/>
                <a:ea typeface="Roboto"/>
                <a:cs typeface="Roboto"/>
                <a:sym typeface="Roboto"/>
              </a:defRPr>
            </a:lvl8pPr>
            <a:lvl9pPr marL="4114800" lvl="8" indent="-317500">
              <a:lnSpc>
                <a:spcPct val="115000"/>
              </a:lnSpc>
              <a:spcBef>
                <a:spcPts val="1600"/>
              </a:spcBef>
              <a:spcAft>
                <a:spcPts val="1600"/>
              </a:spcAft>
              <a:buClr>
                <a:schemeClr val="lt2"/>
              </a:buClr>
              <a:buSzPts val="1400"/>
              <a:buFont typeface="Roboto"/>
              <a:buChar char="■"/>
              <a:defRPr>
                <a:solidFill>
                  <a:schemeClr val="lt2"/>
                </a:solidFill>
                <a:latin typeface="Roboto"/>
                <a:ea typeface="Roboto"/>
                <a:cs typeface="Roboto"/>
                <a:sym typeface="Roboto"/>
              </a:defRPr>
            </a:lvl9pPr>
          </a:lstStyle>
          <a:p>
            <a:endParaRPr/>
          </a:p>
        </p:txBody>
      </p:sp>
      <p:sp>
        <p:nvSpPr>
          <p:cNvPr id="8" name="Google Shape;8;p1"/>
          <p:cNvSpPr txBox="1">
            <a:spLocks noGrp="1"/>
          </p:cNvSpPr>
          <p:nvPr>
            <p:ph type="sldNum" idx="12"/>
          </p:nvPr>
        </p:nvSpPr>
        <p:spPr>
          <a:xfrm>
            <a:off x="8523541" y="4695623"/>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2"/>
                </a:solidFill>
                <a:latin typeface="Roboto"/>
                <a:ea typeface="Roboto"/>
                <a:cs typeface="Roboto"/>
                <a:sym typeface="Roboto"/>
              </a:defRPr>
            </a:lvl1pPr>
            <a:lvl2pPr lvl="1" algn="r">
              <a:buNone/>
              <a:defRPr sz="1000">
                <a:solidFill>
                  <a:schemeClr val="lt2"/>
                </a:solidFill>
                <a:latin typeface="Roboto"/>
                <a:ea typeface="Roboto"/>
                <a:cs typeface="Roboto"/>
                <a:sym typeface="Roboto"/>
              </a:defRPr>
            </a:lvl2pPr>
            <a:lvl3pPr lvl="2" algn="r">
              <a:buNone/>
              <a:defRPr sz="1000">
                <a:solidFill>
                  <a:schemeClr val="lt2"/>
                </a:solidFill>
                <a:latin typeface="Roboto"/>
                <a:ea typeface="Roboto"/>
                <a:cs typeface="Roboto"/>
                <a:sym typeface="Roboto"/>
              </a:defRPr>
            </a:lvl3pPr>
            <a:lvl4pPr lvl="3" algn="r">
              <a:buNone/>
              <a:defRPr sz="1000">
                <a:solidFill>
                  <a:schemeClr val="lt2"/>
                </a:solidFill>
                <a:latin typeface="Roboto"/>
                <a:ea typeface="Roboto"/>
                <a:cs typeface="Roboto"/>
                <a:sym typeface="Roboto"/>
              </a:defRPr>
            </a:lvl4pPr>
            <a:lvl5pPr lvl="4" algn="r">
              <a:buNone/>
              <a:defRPr sz="1000">
                <a:solidFill>
                  <a:schemeClr val="lt2"/>
                </a:solidFill>
                <a:latin typeface="Roboto"/>
                <a:ea typeface="Roboto"/>
                <a:cs typeface="Roboto"/>
                <a:sym typeface="Roboto"/>
              </a:defRPr>
            </a:lvl5pPr>
            <a:lvl6pPr lvl="5" algn="r">
              <a:buNone/>
              <a:defRPr sz="1000">
                <a:solidFill>
                  <a:schemeClr val="lt2"/>
                </a:solidFill>
                <a:latin typeface="Roboto"/>
                <a:ea typeface="Roboto"/>
                <a:cs typeface="Roboto"/>
                <a:sym typeface="Roboto"/>
              </a:defRPr>
            </a:lvl6pPr>
            <a:lvl7pPr lvl="6" algn="r">
              <a:buNone/>
              <a:defRPr sz="1000">
                <a:solidFill>
                  <a:schemeClr val="lt2"/>
                </a:solidFill>
                <a:latin typeface="Roboto"/>
                <a:ea typeface="Roboto"/>
                <a:cs typeface="Roboto"/>
                <a:sym typeface="Roboto"/>
              </a:defRPr>
            </a:lvl7pPr>
            <a:lvl8pPr lvl="7" algn="r">
              <a:buNone/>
              <a:defRPr sz="1000">
                <a:solidFill>
                  <a:schemeClr val="lt2"/>
                </a:solidFill>
                <a:latin typeface="Roboto"/>
                <a:ea typeface="Roboto"/>
                <a:cs typeface="Roboto"/>
                <a:sym typeface="Roboto"/>
              </a:defRPr>
            </a:lvl8pPr>
            <a:lvl9pPr lvl="8" algn="r">
              <a:buNone/>
              <a:defRPr sz="1000">
                <a:solidFill>
                  <a:schemeClr val="lt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3"/>
          <p:cNvSpPr txBox="1">
            <a:spLocks noGrp="1"/>
          </p:cNvSpPr>
          <p:nvPr>
            <p:ph type="ctrTitle"/>
          </p:nvPr>
        </p:nvSpPr>
        <p:spPr>
          <a:xfrm>
            <a:off x="390525" y="1819275"/>
            <a:ext cx="8222100" cy="933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4600" dirty="0" smtClean="0"/>
              <a:t>Resource Demand Forecasting</a:t>
            </a:r>
            <a:endParaRPr sz="4600" dirty="0"/>
          </a:p>
        </p:txBody>
      </p:sp>
      <p:sp>
        <p:nvSpPr>
          <p:cNvPr id="68" name="Google Shape;68;p13"/>
          <p:cNvSpPr txBox="1">
            <a:spLocks noGrp="1"/>
          </p:cNvSpPr>
          <p:nvPr>
            <p:ph type="subTitle" idx="1"/>
          </p:nvPr>
        </p:nvSpPr>
        <p:spPr>
          <a:xfrm>
            <a:off x="390525" y="2789130"/>
            <a:ext cx="8222100" cy="432900"/>
          </a:xfrm>
          <a:prstGeom prst="rect">
            <a:avLst/>
          </a:prstGeom>
        </p:spPr>
        <p:txBody>
          <a:bodyPr spcFirstLastPara="1" wrap="square" lIns="91425" tIns="91425" rIns="91425" bIns="91425" anchor="t" anchorCtr="0">
            <a:noAutofit/>
          </a:bodyPr>
          <a:lstStyle/>
          <a:p>
            <a:pPr marL="457200" lvl="0" indent="-381000" algn="l" rtl="0">
              <a:spcBef>
                <a:spcPts val="0"/>
              </a:spcBef>
              <a:spcAft>
                <a:spcPts val="0"/>
              </a:spcAft>
              <a:buSzPts val="2400"/>
              <a:buChar char="-"/>
            </a:pPr>
            <a:r>
              <a:rPr lang="en" sz="2400" dirty="0" smtClean="0"/>
              <a:t>Prajwal Bhosale </a:t>
            </a:r>
            <a:endParaRPr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74" name="Google Shape;74;p14"/>
          <p:cNvSpPr txBox="1">
            <a:spLocks noGrp="1"/>
          </p:cNvSpPr>
          <p:nvPr>
            <p:ph type="body" idx="1"/>
          </p:nvPr>
        </p:nvSpPr>
        <p:spPr>
          <a:xfrm>
            <a:off x="471900" y="1919075"/>
            <a:ext cx="8222100" cy="2710200"/>
          </a:xfrm>
          <a:prstGeom prst="rect">
            <a:avLst/>
          </a:prstGeom>
        </p:spPr>
        <p:txBody>
          <a:bodyPr spcFirstLastPara="1" wrap="square" lIns="91425" tIns="91425" rIns="91425" bIns="91425" anchor="t" anchorCtr="0">
            <a:noAutofit/>
          </a:bodyPr>
          <a:lstStyle/>
          <a:p>
            <a:pPr marL="457200" lvl="0" indent="-317500" algn="l" rtl="0">
              <a:lnSpc>
                <a:spcPct val="150000"/>
              </a:lnSpc>
              <a:spcBef>
                <a:spcPts val="0"/>
              </a:spcBef>
              <a:spcAft>
                <a:spcPts val="0"/>
              </a:spcAft>
              <a:buSzPts val="1400"/>
              <a:buChar char="●"/>
            </a:pPr>
            <a:r>
              <a:rPr lang="en" sz="1400"/>
              <a:t>Problem Statement</a:t>
            </a:r>
            <a:endParaRPr sz="1400"/>
          </a:p>
          <a:p>
            <a:pPr marL="457200" lvl="0" indent="-317500" algn="l" rtl="0">
              <a:lnSpc>
                <a:spcPct val="150000"/>
              </a:lnSpc>
              <a:spcBef>
                <a:spcPts val="0"/>
              </a:spcBef>
              <a:spcAft>
                <a:spcPts val="0"/>
              </a:spcAft>
              <a:buSzPts val="1400"/>
              <a:buChar char="●"/>
            </a:pPr>
            <a:r>
              <a:rPr lang="en" sz="1400"/>
              <a:t>Tech Stack</a:t>
            </a:r>
            <a:endParaRPr sz="1400"/>
          </a:p>
          <a:p>
            <a:pPr marL="457200" lvl="0" indent="-317500" algn="l" rtl="0">
              <a:lnSpc>
                <a:spcPct val="150000"/>
              </a:lnSpc>
              <a:spcBef>
                <a:spcPts val="0"/>
              </a:spcBef>
              <a:spcAft>
                <a:spcPts val="0"/>
              </a:spcAft>
              <a:buSzPts val="1400"/>
              <a:buChar char="●"/>
            </a:pPr>
            <a:r>
              <a:rPr lang="en" sz="1400"/>
              <a:t>Applications</a:t>
            </a:r>
            <a:endParaRPr sz="1400"/>
          </a:p>
          <a:p>
            <a:pPr marL="457200" lvl="0" indent="-317500" algn="l" rtl="0">
              <a:lnSpc>
                <a:spcPct val="150000"/>
              </a:lnSpc>
              <a:spcBef>
                <a:spcPts val="0"/>
              </a:spcBef>
              <a:spcAft>
                <a:spcPts val="0"/>
              </a:spcAft>
              <a:buSzPts val="1400"/>
              <a:buChar char="●"/>
            </a:pPr>
            <a:r>
              <a:rPr lang="en" sz="1400"/>
              <a:t>System Workflow</a:t>
            </a:r>
            <a:endParaRPr sz="1400"/>
          </a:p>
          <a:p>
            <a:pPr marL="457200" lvl="0" indent="-317500" algn="l" rtl="0">
              <a:lnSpc>
                <a:spcPct val="150000"/>
              </a:lnSpc>
              <a:spcBef>
                <a:spcPts val="0"/>
              </a:spcBef>
              <a:spcAft>
                <a:spcPts val="0"/>
              </a:spcAft>
              <a:buSzPts val="1400"/>
              <a:buChar char="●"/>
            </a:pPr>
            <a:r>
              <a:rPr lang="en" sz="1400"/>
              <a:t>Demonstration</a:t>
            </a:r>
            <a:endParaRPr sz="14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71900" y="738725"/>
            <a:ext cx="8222100" cy="767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Problem Statement</a:t>
            </a:r>
            <a:endParaRPr/>
          </a:p>
        </p:txBody>
      </p:sp>
      <p:sp>
        <p:nvSpPr>
          <p:cNvPr id="80" name="Google Shape;80;p15"/>
          <p:cNvSpPr txBox="1">
            <a:spLocks noGrp="1"/>
          </p:cNvSpPr>
          <p:nvPr>
            <p:ph type="body" idx="1"/>
          </p:nvPr>
        </p:nvSpPr>
        <p:spPr>
          <a:xfrm>
            <a:off x="535251" y="1887425"/>
            <a:ext cx="7730520" cy="3416095"/>
          </a:xfrm>
          <a:prstGeom prst="rect">
            <a:avLst/>
          </a:prstGeom>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buNone/>
            </a:pPr>
            <a:r>
              <a:rPr lang="en-US" altLang="en-US" dirty="0"/>
              <a:t>Organizations find it difficult to turn changing project requirements and market trends into clear, accurate resource plans. Data about skills, availability, and costs is scattered, leading to wrong staffing levels, higher expenses, and delayed delivery. This project provides a simple, standardized way to capture inputs, forecast quarterly headcount by role and skill, and generate a budget-aware plan that smartly uses available internal resources before suggesting new hires.</a:t>
            </a:r>
          </a:p>
          <a:p>
            <a:pPr marL="0" lvl="0" indent="0" algn="l" rtl="0">
              <a:spcBef>
                <a:spcPts val="1200"/>
              </a:spcBef>
              <a:spcAft>
                <a:spcPts val="0"/>
              </a:spcAft>
              <a:buNone/>
            </a:pPr>
            <a:endParaRPr sz="1100" b="1" dirty="0">
              <a:solidFill>
                <a:srgbClr val="000000"/>
              </a:solidFill>
              <a:latin typeface="Arial"/>
              <a:ea typeface="Arial"/>
              <a:cs typeface="Arial"/>
              <a:sym typeface="Arial"/>
            </a:endParaRPr>
          </a:p>
          <a:p>
            <a:pPr marL="0" lvl="0" indent="0" eaLnBrk="0" fontAlgn="base" hangingPunct="0">
              <a:lnSpc>
                <a:spcPct val="100000"/>
              </a:lnSpc>
              <a:spcBef>
                <a:spcPct val="0"/>
              </a:spcBef>
              <a:spcAft>
                <a:spcPct val="0"/>
              </a:spcAft>
              <a:buClrTx/>
              <a:buSzTx/>
              <a:buNone/>
            </a:pPr>
            <a:r>
              <a:rPr lang="en" sz="2400" b="1" dirty="0">
                <a:solidFill>
                  <a:schemeClr val="dk2"/>
                </a:solidFill>
                <a:latin typeface="Arial"/>
                <a:ea typeface="Arial"/>
                <a:cs typeface="Arial"/>
                <a:sym typeface="Arial"/>
              </a:rPr>
              <a:t>Objective:</a:t>
            </a:r>
            <a:r>
              <a:rPr lang="en" sz="1100" b="1" dirty="0">
                <a:solidFill>
                  <a:srgbClr val="000000"/>
                </a:solidFill>
                <a:latin typeface="Arial"/>
                <a:ea typeface="Arial"/>
                <a:cs typeface="Arial"/>
                <a:sym typeface="Arial"/>
              </a:rPr>
              <a:t/>
            </a:r>
            <a:br>
              <a:rPr lang="en" sz="1100" b="1" dirty="0">
                <a:solidFill>
                  <a:srgbClr val="000000"/>
                </a:solidFill>
                <a:latin typeface="Arial"/>
                <a:ea typeface="Arial"/>
                <a:cs typeface="Arial"/>
                <a:sym typeface="Arial"/>
              </a:rPr>
            </a:br>
            <a:r>
              <a:rPr lang="en-US" altLang="en-US" dirty="0"/>
              <a:t>The system standardizes JDs into roles, levels, and skills, forecasts quarterly headcount using market and salary data, optimizes staffing within budget (internal first, then external), supports scenario planning, and outputs clear hiring and allocation plans for decision-makers.</a:t>
            </a:r>
          </a:p>
          <a:p>
            <a:pPr marL="0" lvl="0" indent="0" algn="l" rtl="0">
              <a:spcBef>
                <a:spcPts val="1600"/>
              </a:spcBef>
              <a:spcAft>
                <a:spcPts val="1600"/>
              </a:spcAft>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265475" y="2136450"/>
            <a:ext cx="4045200" cy="87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Tech Stack</a:t>
            </a:r>
            <a:endParaRPr/>
          </a:p>
        </p:txBody>
      </p:sp>
      <p:sp>
        <p:nvSpPr>
          <p:cNvPr id="86" name="Google Shape;86;p16"/>
          <p:cNvSpPr txBox="1"/>
          <p:nvPr/>
        </p:nvSpPr>
        <p:spPr>
          <a:xfrm>
            <a:off x="5085700" y="828600"/>
            <a:ext cx="3753900" cy="3486300"/>
          </a:xfrm>
          <a:prstGeom prst="rect">
            <a:avLst/>
          </a:prstGeom>
          <a:noFill/>
          <a:ln>
            <a:noFill/>
          </a:ln>
        </p:spPr>
        <p:txBody>
          <a:bodyPr spcFirstLastPara="1" wrap="square" lIns="91425" tIns="91425" rIns="91425" bIns="91425" anchor="t" anchorCtr="0">
            <a:noAutofit/>
          </a:bodyPr>
          <a:lstStyle/>
          <a:p>
            <a:pPr marL="425450" indent="-285750">
              <a:lnSpc>
                <a:spcPct val="150000"/>
              </a:lnSpc>
              <a:buClr>
                <a:schemeClr val="lt1"/>
              </a:buClr>
              <a:buSzPts val="1400"/>
              <a:buFont typeface="Arial" panose="020B0604020202020204" pitchFamily="34" charset="0"/>
              <a:buChar char="•"/>
            </a:pPr>
            <a:r>
              <a:rPr lang="en" b="1" dirty="0">
                <a:solidFill>
                  <a:schemeClr val="bg1"/>
                </a:solidFill>
              </a:rPr>
              <a:t>Frontend - </a:t>
            </a:r>
            <a:r>
              <a:rPr lang="en-US" b="1" dirty="0">
                <a:solidFill>
                  <a:schemeClr val="bg1"/>
                </a:solidFill>
              </a:rPr>
              <a:t>Streamlit </a:t>
            </a:r>
            <a:r>
              <a:rPr lang="en-US" b="1" dirty="0" smtClean="0">
                <a:solidFill>
                  <a:schemeClr val="bg1"/>
                </a:solidFill>
              </a:rPr>
              <a:t>UI</a:t>
            </a:r>
            <a:endParaRPr b="1" dirty="0">
              <a:solidFill>
                <a:schemeClr val="bg1"/>
              </a:solidFill>
            </a:endParaRPr>
          </a:p>
          <a:p>
            <a:pPr marL="425450" lvl="0" indent="-285750" algn="l" rtl="0">
              <a:lnSpc>
                <a:spcPct val="150000"/>
              </a:lnSpc>
              <a:spcBef>
                <a:spcPts val="0"/>
              </a:spcBef>
              <a:spcAft>
                <a:spcPts val="0"/>
              </a:spcAft>
              <a:buClr>
                <a:schemeClr val="lt1"/>
              </a:buClr>
              <a:buSzPts val="1400"/>
              <a:buFont typeface="Arial" panose="020B0604020202020204" pitchFamily="34" charset="0"/>
              <a:buChar char="•"/>
            </a:pPr>
            <a:r>
              <a:rPr lang="en" b="1" dirty="0">
                <a:solidFill>
                  <a:schemeClr val="bg1"/>
                </a:solidFill>
              </a:rPr>
              <a:t>Backend - Python</a:t>
            </a:r>
            <a:endParaRPr b="1" dirty="0">
              <a:solidFill>
                <a:schemeClr val="bg1"/>
              </a:solidFill>
            </a:endParaRPr>
          </a:p>
          <a:p>
            <a:pPr marL="425450" lvl="0" indent="-285750" algn="l" rtl="0">
              <a:lnSpc>
                <a:spcPct val="150000"/>
              </a:lnSpc>
              <a:spcBef>
                <a:spcPts val="0"/>
              </a:spcBef>
              <a:spcAft>
                <a:spcPts val="0"/>
              </a:spcAft>
              <a:buClr>
                <a:schemeClr val="lt1"/>
              </a:buClr>
              <a:buSzPts val="1400"/>
              <a:buFont typeface="Arial" panose="020B0604020202020204" pitchFamily="34" charset="0"/>
              <a:buChar char="•"/>
            </a:pPr>
            <a:r>
              <a:rPr lang="en" b="1" dirty="0">
                <a:solidFill>
                  <a:schemeClr val="bg1"/>
                </a:solidFill>
              </a:rPr>
              <a:t>Databases Supported - </a:t>
            </a:r>
            <a:r>
              <a:rPr lang="en" b="1" dirty="0" smtClean="0">
                <a:solidFill>
                  <a:schemeClr val="bg1"/>
                </a:solidFill>
              </a:rPr>
              <a:t>.CSV</a:t>
            </a:r>
            <a:endParaRPr b="1" dirty="0">
              <a:solidFill>
                <a:schemeClr val="bg1"/>
              </a:solidFill>
            </a:endParaRPr>
          </a:p>
          <a:p>
            <a:pPr marL="425450" lvl="0" indent="-285750">
              <a:lnSpc>
                <a:spcPct val="150000"/>
              </a:lnSpc>
              <a:buClr>
                <a:schemeClr val="lt1"/>
              </a:buClr>
              <a:buSzPts val="1400"/>
              <a:buFont typeface="Arial" panose="020B0604020202020204" pitchFamily="34" charset="0"/>
              <a:buChar char="•"/>
            </a:pPr>
            <a:r>
              <a:rPr lang="en" b="1" dirty="0">
                <a:solidFill>
                  <a:schemeClr val="bg1"/>
                </a:solidFill>
              </a:rPr>
              <a:t>AI/LLM - </a:t>
            </a:r>
            <a:r>
              <a:rPr lang="en-US" b="1" dirty="0">
                <a:solidFill>
                  <a:schemeClr val="bg1"/>
                </a:solidFill>
              </a:rPr>
              <a:t>spaCy </a:t>
            </a:r>
            <a:r>
              <a:rPr lang="en-US" b="1" dirty="0" smtClean="0">
                <a:solidFill>
                  <a:schemeClr val="bg1"/>
                </a:solidFill>
              </a:rPr>
              <a:t> for NLP enrichment </a:t>
            </a:r>
            <a:endParaRPr b="1" dirty="0">
              <a:solidFill>
                <a:schemeClr val="bg1"/>
              </a:solidFill>
            </a:endParaRPr>
          </a:p>
          <a:p>
            <a:pPr marL="425450" lvl="0" indent="-285750" algn="l" rtl="0">
              <a:lnSpc>
                <a:spcPct val="150000"/>
              </a:lnSpc>
              <a:spcBef>
                <a:spcPts val="0"/>
              </a:spcBef>
              <a:spcAft>
                <a:spcPts val="0"/>
              </a:spcAft>
              <a:buClr>
                <a:schemeClr val="lt1"/>
              </a:buClr>
              <a:buSzPts val="1400"/>
              <a:buFont typeface="Arial" panose="020B0604020202020204" pitchFamily="34" charset="0"/>
              <a:buChar char="•"/>
            </a:pPr>
            <a:r>
              <a:rPr lang="en" b="1" dirty="0">
                <a:solidFill>
                  <a:schemeClr val="bg1"/>
                </a:solidFill>
              </a:rPr>
              <a:t>Environment &amp; Config - dotenv (.env file for credentials</a:t>
            </a:r>
            <a:r>
              <a:rPr lang="en" b="1" dirty="0" smtClean="0">
                <a:solidFill>
                  <a:schemeClr val="bg1"/>
                </a:solidFill>
              </a:rPr>
              <a:t>)</a:t>
            </a:r>
          </a:p>
          <a:p>
            <a:pPr marL="425450" lvl="0" indent="-285750" algn="l" rtl="0">
              <a:lnSpc>
                <a:spcPct val="150000"/>
              </a:lnSpc>
              <a:spcBef>
                <a:spcPts val="0"/>
              </a:spcBef>
              <a:spcAft>
                <a:spcPts val="0"/>
              </a:spcAft>
              <a:buClr>
                <a:schemeClr val="lt1"/>
              </a:buClr>
              <a:buSzPts val="1400"/>
              <a:buFont typeface="Arial" panose="020B0604020202020204" pitchFamily="34" charset="0"/>
              <a:buChar char="•"/>
            </a:pPr>
            <a:r>
              <a:rPr lang="en" b="1" dirty="0" smtClean="0">
                <a:solidFill>
                  <a:schemeClr val="bg1"/>
                </a:solidFill>
              </a:rPr>
              <a:t>Libraries Used – streamlit(app,UI),</a:t>
            </a:r>
          </a:p>
          <a:p>
            <a:r>
              <a:rPr lang="en" b="1" dirty="0">
                <a:solidFill>
                  <a:schemeClr val="bg1"/>
                </a:solidFill>
              </a:rPr>
              <a:t> </a:t>
            </a:r>
            <a:r>
              <a:rPr lang="en" b="1" dirty="0" smtClean="0">
                <a:solidFill>
                  <a:schemeClr val="bg1"/>
                </a:solidFill>
              </a:rPr>
              <a:t>        pandas </a:t>
            </a:r>
            <a:r>
              <a:rPr lang="en-US" b="1" dirty="0">
                <a:solidFill>
                  <a:schemeClr val="bg1"/>
                </a:solidFill>
              </a:rPr>
              <a:t>(data handling),</a:t>
            </a:r>
          </a:p>
          <a:p>
            <a:r>
              <a:rPr lang="en-US" b="1" dirty="0" smtClean="0">
                <a:solidFill>
                  <a:schemeClr val="bg1"/>
                </a:solidFill>
              </a:rPr>
              <a:t>         </a:t>
            </a:r>
            <a:r>
              <a:rPr lang="en-US" b="1" dirty="0" err="1">
                <a:solidFill>
                  <a:schemeClr val="bg1"/>
                </a:solidFill>
              </a:rPr>
              <a:t>p</a:t>
            </a:r>
            <a:r>
              <a:rPr lang="en-US" b="1" dirty="0" err="1" smtClean="0">
                <a:solidFill>
                  <a:schemeClr val="bg1"/>
                </a:solidFill>
              </a:rPr>
              <a:t>lotly</a:t>
            </a:r>
            <a:r>
              <a:rPr lang="en-US" b="1" dirty="0" smtClean="0">
                <a:solidFill>
                  <a:schemeClr val="bg1"/>
                </a:solidFill>
              </a:rPr>
              <a:t>(charts </a:t>
            </a:r>
            <a:r>
              <a:rPr lang="en-US" b="1" dirty="0">
                <a:solidFill>
                  <a:schemeClr val="bg1"/>
                </a:solidFill>
              </a:rPr>
              <a:t>plotting),</a:t>
            </a:r>
          </a:p>
          <a:p>
            <a:r>
              <a:rPr lang="en-US" b="1" dirty="0" smtClean="0">
                <a:solidFill>
                  <a:schemeClr val="bg1"/>
                </a:solidFill>
              </a:rPr>
              <a:t>         </a:t>
            </a:r>
            <a:r>
              <a:rPr lang="en-US" b="1" dirty="0" err="1" smtClean="0">
                <a:solidFill>
                  <a:schemeClr val="bg1"/>
                </a:solidFill>
              </a:rPr>
              <a:t>puLP</a:t>
            </a:r>
            <a:r>
              <a:rPr lang="en-US" b="1" dirty="0" smtClean="0">
                <a:solidFill>
                  <a:schemeClr val="bg1"/>
                </a:solidFill>
              </a:rPr>
              <a:t> </a:t>
            </a:r>
            <a:r>
              <a:rPr lang="en-US" b="1" dirty="0">
                <a:solidFill>
                  <a:schemeClr val="bg1"/>
                </a:solidFill>
              </a:rPr>
              <a:t>(LP optimizer, optional)</a:t>
            </a:r>
          </a:p>
          <a:p>
            <a:r>
              <a:rPr lang="en-US" b="1" dirty="0" smtClean="0">
                <a:solidFill>
                  <a:schemeClr val="bg1"/>
                </a:solidFill>
              </a:rPr>
              <a:t>         spaCy </a:t>
            </a:r>
            <a:r>
              <a:rPr lang="en-US" b="1" dirty="0">
                <a:solidFill>
                  <a:schemeClr val="bg1"/>
                </a:solidFill>
              </a:rPr>
              <a:t>(NLP enrichment</a:t>
            </a:r>
            <a:r>
              <a:rPr lang="en-US" b="1" dirty="0" smtClean="0">
                <a:solidFill>
                  <a:schemeClr val="bg1"/>
                </a:solidFill>
              </a:rPr>
              <a:t>)</a:t>
            </a:r>
            <a:endParaRPr dirty="0">
              <a:solidFill>
                <a:schemeClr val="lt1"/>
              </a:solidFill>
            </a:endParaRPr>
          </a:p>
          <a:p>
            <a:pPr marL="1371600" lvl="0" indent="0" algn="l" rtl="0">
              <a:lnSpc>
                <a:spcPct val="115000"/>
              </a:lnSpc>
              <a:spcBef>
                <a:spcPts val="0"/>
              </a:spcBef>
              <a:spcAft>
                <a:spcPts val="0"/>
              </a:spcAft>
              <a:buNone/>
            </a:pPr>
            <a:endParaRPr dirty="0">
              <a:solidFill>
                <a:schemeClr val="lt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7"/>
          <p:cNvSpPr txBox="1">
            <a:spLocks noGrp="1"/>
          </p:cNvSpPr>
          <p:nvPr>
            <p:ph type="title" idx="4294967295"/>
          </p:nvPr>
        </p:nvSpPr>
        <p:spPr>
          <a:xfrm>
            <a:off x="773700" y="296550"/>
            <a:ext cx="7596600" cy="761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solidFill>
                  <a:schemeClr val="dk1"/>
                </a:solidFill>
              </a:rPr>
              <a:t>Applications</a:t>
            </a:r>
            <a:endParaRPr>
              <a:solidFill>
                <a:schemeClr val="dk1"/>
              </a:solidFill>
            </a:endParaRPr>
          </a:p>
        </p:txBody>
      </p:sp>
      <p:cxnSp>
        <p:nvCxnSpPr>
          <p:cNvPr id="92" name="Google Shape;92;p17"/>
          <p:cNvCxnSpPr/>
          <p:nvPr/>
        </p:nvCxnSpPr>
        <p:spPr>
          <a:xfrm rot="10800000" flipH="1">
            <a:off x="885300" y="1055550"/>
            <a:ext cx="7350600" cy="2700"/>
          </a:xfrm>
          <a:prstGeom prst="straightConnector1">
            <a:avLst/>
          </a:prstGeom>
          <a:noFill/>
          <a:ln w="28575" cap="flat" cmpd="sng">
            <a:solidFill>
              <a:schemeClr val="dk1"/>
            </a:solidFill>
            <a:prstDash val="solid"/>
            <a:round/>
            <a:headEnd type="none" w="sm" len="sm"/>
            <a:tailEnd type="none" w="sm" len="sm"/>
          </a:ln>
        </p:spPr>
      </p:cxnSp>
      <p:sp>
        <p:nvSpPr>
          <p:cNvPr id="93" name="Google Shape;93;p17"/>
          <p:cNvSpPr txBox="1">
            <a:spLocks noGrp="1"/>
          </p:cNvSpPr>
          <p:nvPr>
            <p:ph type="body" idx="4294967295"/>
          </p:nvPr>
        </p:nvSpPr>
        <p:spPr>
          <a:xfrm>
            <a:off x="885300" y="1385680"/>
            <a:ext cx="7596600" cy="3672900"/>
          </a:xfrm>
          <a:prstGeom prst="rect">
            <a:avLst/>
          </a:prstGeom>
        </p:spPr>
        <p:txBody>
          <a:bodyPr spcFirstLastPara="1" wrap="square" lIns="91425" tIns="91425" rIns="91425" bIns="91425" anchor="t" anchorCtr="0">
            <a:noAutofit/>
          </a:bodyPr>
          <a:lstStyle/>
          <a:p>
            <a:r>
              <a:rPr lang="en-US" sz="1400" dirty="0"/>
              <a:t>Headcount and budget forecasting: derive quarterly demand from JD + market trends to plan spend and staffing needs.</a:t>
            </a:r>
          </a:p>
          <a:p>
            <a:r>
              <a:rPr lang="en-US" sz="1400" dirty="0"/>
              <a:t>Allocation planning: prioritize internal reassignments, then external hires, to meet demand under budget constraints.</a:t>
            </a:r>
          </a:p>
          <a:p>
            <a:r>
              <a:rPr lang="en-US" sz="1400" dirty="0"/>
              <a:t>Skills normalization and matching: parse tech stacks, standardize requirements, and score candidate/JD fit (LLM or rule-based).</a:t>
            </a:r>
          </a:p>
          <a:p>
            <a:r>
              <a:rPr lang="en-US" sz="1400" dirty="0"/>
              <a:t>Scenario planning: vary budget, team size, region, and timeline to compare hiring/assignment strategies and trade-offs.</a:t>
            </a:r>
          </a:p>
          <a:p>
            <a:r>
              <a:rPr lang="en-US" sz="1400" dirty="0"/>
              <a:t>Reporting and handoffs: generate tables/charts and export CSV/JSON (forecast, hiring plan, reassignments, releases) for stakeholders.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254100" y="2293500"/>
            <a:ext cx="2808000" cy="556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System Workflow</a:t>
            </a:r>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9020" y="114299"/>
            <a:ext cx="5387340" cy="518484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9"/>
          <p:cNvSpPr txBox="1">
            <a:spLocks noGrp="1"/>
          </p:cNvSpPr>
          <p:nvPr>
            <p:ph type="title" idx="4294967295"/>
          </p:nvPr>
        </p:nvSpPr>
        <p:spPr>
          <a:xfrm>
            <a:off x="475500" y="1258525"/>
            <a:ext cx="8222100" cy="1963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8000">
                <a:solidFill>
                  <a:schemeClr val="dk2"/>
                </a:solidFill>
              </a:rPr>
              <a:t>Demo</a:t>
            </a:r>
            <a:endParaRPr sz="8000">
              <a:solidFill>
                <a:schemeClr val="dk2"/>
              </a:solidFill>
            </a:endParaRPr>
          </a:p>
        </p:txBody>
      </p:sp>
      <p:sp>
        <p:nvSpPr>
          <p:cNvPr id="105" name="Google Shape;105;p19"/>
          <p:cNvSpPr txBox="1">
            <a:spLocks noGrp="1"/>
          </p:cNvSpPr>
          <p:nvPr>
            <p:ph type="body" idx="1"/>
          </p:nvPr>
        </p:nvSpPr>
        <p:spPr>
          <a:xfrm>
            <a:off x="57150" y="4696825"/>
            <a:ext cx="8382000" cy="446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US" dirty="0" smtClean="0"/>
              <a:t>Resource Demand Forecasting.</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0"/>
          <p:cNvSpPr txBox="1">
            <a:spLocks noGrp="1"/>
          </p:cNvSpPr>
          <p:nvPr>
            <p:ph type="title"/>
          </p:nvPr>
        </p:nvSpPr>
        <p:spPr>
          <a:xfrm>
            <a:off x="476150" y="1986900"/>
            <a:ext cx="3645000" cy="1169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4900"/>
              <a:t>Thank You !</a:t>
            </a:r>
            <a:endParaRPr sz="4900"/>
          </a:p>
        </p:txBody>
      </p:sp>
    </p:spTree>
  </p:cSld>
  <p:clrMapOvr>
    <a:masterClrMapping/>
  </p:clrMapOvr>
</p:sld>
</file>

<file path=ppt/theme/theme1.xml><?xml version="1.0" encoding="utf-8"?>
<a:theme xmlns:a="http://schemas.openxmlformats.org/drawingml/2006/main"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226</Words>
  <Application>Microsoft Office PowerPoint</Application>
  <PresentationFormat>On-screen Show (16:9)</PresentationFormat>
  <Paragraphs>33</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Roboto</vt:lpstr>
      <vt:lpstr>Material</vt:lpstr>
      <vt:lpstr>Resource Demand Forecasting</vt:lpstr>
      <vt:lpstr>Agenda</vt:lpstr>
      <vt:lpstr>Problem Statement</vt:lpstr>
      <vt:lpstr>Tech Stack</vt:lpstr>
      <vt:lpstr>Applications</vt:lpstr>
      <vt:lpstr>System Workflow</vt:lpstr>
      <vt:lpstr>Demo</vt:lpstr>
      <vt:lpstr>Thank You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Resource Demand Forecasting</dc:title>
  <cp:lastModifiedBy>Microsoft account</cp:lastModifiedBy>
  <cp:revision>6</cp:revision>
  <dcterms:modified xsi:type="dcterms:W3CDTF">2025-11-10T06:28:49Z</dcterms:modified>
</cp:coreProperties>
</file>